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9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7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1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18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4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3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0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4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68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63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2673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0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2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49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39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1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441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01445"/>
            <a:ext cx="7510506" cy="2826775"/>
          </a:xfrm>
        </p:spPr>
        <p:txBody>
          <a:bodyPr/>
          <a:lstStyle/>
          <a:p>
            <a:r>
              <a:rPr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Volume Estimation &amp; Short-Term Congestion Forecasting from Roadside Video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6747" y="3480618"/>
            <a:ext cx="7510506" cy="2875937"/>
          </a:xfrm>
        </p:spPr>
        <p:txBody>
          <a:bodyPr>
            <a:noAutofit/>
          </a:bodyPr>
          <a:lstStyle/>
          <a:p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 case no. :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DSCI-41</a:t>
            </a:r>
          </a:p>
          <a:p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Systems for Visual Intelligence</a:t>
            </a:r>
          </a:p>
          <a:p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Members:</a:t>
            </a:r>
          </a:p>
          <a:p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2300031316</a:t>
            </a:r>
          </a:p>
          <a:p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2300033502</a:t>
            </a:r>
          </a:p>
          <a:p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2300033080</a:t>
            </a:r>
          </a:p>
          <a:p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2300030938</a:t>
            </a:r>
          </a:p>
          <a:p>
            <a:pPr lvl="8" algn="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Guide: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 Praveen</a:t>
            </a:r>
          </a:p>
          <a:p>
            <a:pPr lvl="8" algn="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Department of CSE 2, KL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 traffic congestion is a growing challenge in modern cities, leading to economic losses, increased fuel consumption, and environmental pollution.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traffic monitoring relies on expensive hardware sensors (loop detectors, radar) that are costly to install and maintain.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Camera-based (CCTV) vehicle counting offers a cost-effective, scalable alternative using existing surveillance infrastructure.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develops a real-time AI pipeline that detects, classifies, and tracks vehicles from CCTV feeds to estimate traffic volume and predict short-term congestion.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acts as a backend data provider for Intelligent Transportation Systems (ITS).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camera-based vehicle counting systems suffer from: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 Frequent identity loss during vehicle occlusions (vehicles blocking each other).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2. Significant accuracy degradation under adverse weather (rain, fog, night).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3. No integration between the detection module and congestion forecasting.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systems use 'hard counting' (binary 1 or 0) which causes data instability during poor visibility, destroying the accuracy of downstream forecasting models.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no existing end-to-end pipeline that quantifies how detection errors propagate into forecasting inaccuracies.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CP-1 (Semester VII - Perception &amp; Baseline):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O1: Build a baseline vehicle counter using YOLOv8 for multi-class detection (cars, buses, trucks, motorcycles).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O2: Integrate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ByteTrack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robust multi-object tracking across frames, handling occlusions and mixed vehicle types.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CP-2 (Semester VIII - Forecasting &amp; Weather Robustness):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O3: Adapt the vision model to sustain accuracy under adverse weather (rain, night, fog) using ACDC/BDD100K datasets.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O4: Feed confidence-weighted soft counts into a time-series forecasting model (LSTM/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for 15-30 minute congestion prediction.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O5: Validate the complete pipeline and deploy as a REST API data provider.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unified, end-to-end pipeline that converts raw CCTV video directly into future congestion predictions.</a:t>
            </a: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Novel Contributions: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 End-to-End Vision-to-Forecast Pipeline with error propagation analysis.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2. Confidence-Weighted Soft Counting: Passing detection confidence (e.g., 0.95) as continuous probability instead of hard integer counts.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3. Adaptive Weather Preprocessing: Auto-detects weather conditions and applies condition-specific image enhancement (CLAHE for night, dehazing for fog).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4. Weather-Conditioned Forecasting: Feeds real-time weather classification as an explicit input feature to the LSTM/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forecaster.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acts as ONLY a data provider for downstream ITS endpoints.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Layer: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Live CCTV / RTSP camera feeds (Barbados Traffic Dataset for training).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Perception Module: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YOLOv8 (Detection &amp; Classification) --&gt;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ByteTrack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(Multi-Object Tracking) --&gt; Virtual Counting Lines.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 Module: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Weather Classifier --&gt; Adaptive Preprocessor (CLAHE / Dehaze) --&gt; Soft Count Generator.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Forecasting Module: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Feature Engineering (time, day, weather tag, soft counts) --&gt; LSTM /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--&gt; 15-30 min congestion prediction.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 API payload with predicted congestion level, confidence interval, and recommended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 Python 3.10+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Detection: YOLOv8 (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Ultralytics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Multi-Object Tracking: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ByteTrack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Processing: OpenCV, CLAHE, Dark Channel Prior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Framework: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Forecasting Models: LSTM (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(scikit-learn)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Datasets: Barbados Traffic (Zindi), ACDC, BDD100K</a:t>
            </a:r>
          </a:p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Dashboard: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1 - Data Acquisition: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Download Barbados Traffic Dataset (Zindi) and preprocess video frames.</a:t>
            </a: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2 - Model Training (CP-1):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Train YOLOv8 on vehicle classes --&gt; Integrate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ByteTrack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--&gt; Generate baseline hard counts.</a:t>
            </a: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3 - Weather Robustness (CP-2):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Fine-tune on ACDC/BDD100K --&gt; Implement adaptive preprocessing --&gt; Generate soft counts.</a:t>
            </a: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4 - Forecasting (CP-2):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Engineer time-series features --&gt; Train LSTM and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--&gt; Compare performance.</a:t>
            </a: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5 - Integration &amp; Deployment: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Build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 --&gt; Expose REST API --&gt; Validate on live YouTube traffic streams.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&amp; Validation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(Expected)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6711654" cy="4279049"/>
          </a:xfrm>
        </p:spPr>
        <p:txBody>
          <a:bodyPr>
            <a:noAutofit/>
          </a:bodyPr>
          <a:lstStyle/>
          <a:p>
            <a:r>
              <a:rPr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Detection Accuracy:</a:t>
            </a:r>
          </a:p>
          <a:p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Metric: mAP@0.5 (Mean Average Precision). Target: &gt; 85%.</a:t>
            </a:r>
          </a:p>
          <a:p>
            <a:r>
              <a:rPr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Tracking Performance:</a:t>
            </a:r>
          </a:p>
          <a:p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Metrics: MOTA (Multi-Object Tracking Accuracy), IDF1 (Identity F1 Score).</a:t>
            </a:r>
          </a:p>
          <a:p>
            <a:r>
              <a:rPr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Forecasting Accuracy:</a:t>
            </a:r>
          </a:p>
          <a:p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Metrics: Macro-F1 Score (70% weight) + Accuracy (30% weight), aligned with Zindi evaluation.</a:t>
            </a:r>
          </a:p>
          <a:p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Additional: RMSE, MAE for regression-based predictions.</a:t>
            </a:r>
          </a:p>
          <a:p>
            <a:r>
              <a:rPr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Robustness:</a:t>
            </a:r>
          </a:p>
          <a:p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Compare baseline (clear weather) vs. adverse (rain/night) detection accuracy.</a:t>
            </a:r>
          </a:p>
          <a:p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Quantify </a:t>
            </a:r>
            <a:r>
              <a:rPr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drop and demonstrate recovery with adaptive preprocessing.</a:t>
            </a:r>
          </a:p>
          <a:p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Demo: Real-time inference on YouTube live traffic streams and phone camera feeds.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 working real-time vehicle perception prototype that detects and counts multiple vehicle classes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&gt; 85%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 mathematically proven increase in forecasting accuracy during adverse weather due to the novel Soft Counting approach.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 complete end-to-end pipeline: Raw Video --&gt; Detection --&gt; Tracking --&gt; Soft Counting --&gt; Congestion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Edge Deployment: Optimize the pipeline for NVIDIA Jetson Nano for on-site, low-power inference at intersections.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Multi-Camera Fusion: Extend the system to fuse data from multiple cameras at the same intersection for 360-degree coverage.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Anomaly Detection: Add modules to detect traffic accidents, wrong-way driving, or illegal parking in real-time.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Graph Neural Networks: Model the entire city road network as a graph for city-wide congestion prediction using GCN/DCRNN.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Smart Signal Integration: Feed predictions directly into adaptive traffic signal controllers to dynamically adjust green/red timings.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Mobile App Integration: Push predictive alerts to commuters via Smart City mobile applications using Firebase Cloud Messaging.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addresses critical gaps in existing traffic monitoring systems by proposing a unified, end-to-end pipeline.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innovation lies in replacing traditional hard counting with confidence-weighted soft counting, enabling the forecasting model to understand camera uncertainty during adverse weather.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integrating YOLOv8 detection,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ByteTrack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tracking, adaptive weather preprocessing, and LSTM/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forecasting into a single system, we bridge the gap between computer vision research and practical ITS deployment.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is designed as a modular, scalable backend data provider that can serve Variable Message Signs, navigation apps, and traffic command dashboards.</a:t>
            </a: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33</TotalTime>
  <Words>1200</Words>
  <Application>Microsoft Office PowerPoint</Application>
  <PresentationFormat>On-screen Show (4:3)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Century Gothic</vt:lpstr>
      <vt:lpstr>Wingdings 3</vt:lpstr>
      <vt:lpstr>Ion</vt:lpstr>
      <vt:lpstr>Traffic Volume Estimation &amp; Short-Term Congestion Forecasting from Roadside Video</vt:lpstr>
      <vt:lpstr>Introduction</vt:lpstr>
      <vt:lpstr>Problem Statement</vt:lpstr>
      <vt:lpstr>Project Objectives</vt:lpstr>
      <vt:lpstr>Proposed System</vt:lpstr>
      <vt:lpstr>System Architecture</vt:lpstr>
      <vt:lpstr>Technology Stack</vt:lpstr>
      <vt:lpstr>Workflow</vt:lpstr>
      <vt:lpstr>Testing &amp; Validation (Expected)</vt:lpstr>
      <vt:lpstr>Expected Outcomes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NOSSAM REVANTH KUMAR REDDY</cp:lastModifiedBy>
  <cp:revision>4</cp:revision>
  <dcterms:created xsi:type="dcterms:W3CDTF">2013-01-27T09:14:16Z</dcterms:created>
  <dcterms:modified xsi:type="dcterms:W3CDTF">2026-08-19T04:38:13Z</dcterms:modified>
  <cp:category/>
</cp:coreProperties>
</file>