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Traffic Volume Estimation and</a:t>
            </a:r>
            <a:br/>
            <a:r>
              <a:t>Short-Term Congestion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Calibri"/>
              </a:defRPr>
            </a:pPr>
            <a:r>
              <a:t>from Roadside Video using Computer Vision &amp;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91840"/>
            <a:ext cx="3017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DSCI-41  |  Capstone Project Phase 1 --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389120"/>
            <a:ext cx="576072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4526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  <a:latin typeface="Calibri"/>
              </a:defRPr>
            </a:pPr>
            <a:r>
              <a:t>Student Names &amp;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89204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IN" dirty="0"/>
              <a:t>2300031316   |   2300033502</a:t>
            </a:r>
            <a:br>
              <a:rPr lang="en-IN" dirty="0"/>
            </a:br>
            <a:r>
              <a:rPr lang="en-IN" dirty="0"/>
              <a:t>2300033080   |   2300030938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Guide: T. Praveen   •   Department of CSE 2•   KL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Cities worldwide depend on roadside CCTV cameras for traffic monitoring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Manual counting is expensive, inaccurate, and not scalable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AI-powered vehicle detection can automate traffic flow analysis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The Zindi Barbados Traffic Challenge provides a real-world benchmark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Domain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Domain: Visual Intelligence Systems / Intelligent Transportation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Sub-domain: Real-Time Object Detection &amp; Multi-Object Tracking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Application: Automated Traffic Volume Estimation from Video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Data Source: 4 camera streams from Norman Niles Roundabout, Barbados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Key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0312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4,000+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Video Clips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402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Multi-camera roundabout footage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154679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20039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118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Camera Angles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29183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Covering entry &amp; exit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2062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Time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343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Congestion rated per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2578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5303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4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Congestion Levels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Free Flow to Heavy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20116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The Existing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Accurate vehicle counting from roadside video remains challenging due to occlusions, varying vehicle scales, and complex intersection layouts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Existing detection systems struggle with mixed vehicle types (cars, trucks, buses, motorcycles) in the same scene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Most existing solutions require expensive hardware sensors (loop detectors, radar) that are costly to deploy at scale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Oblique camera angles at intersections cause perspective distortion, leading to inaccurate detections and miscounts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Why It Needs to Be 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Traffic congestion costs billions annually in wasted fuel &amp; lost productivity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Accurate vehicle counting is the fundamental input for any traffic analysis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Developing countries need low-cost, camera-based alternatives to sensors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SDG 9 (Infrastructure) &amp; SDG 11 (Sustainable Cities) 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Impact of Solving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Enable real-time traffic monitoring using existing CCTV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Reduce response time for traffic management authorities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Provide data-driven insights for urban planning decisions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Establish a robust baseline for further traffic analysis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Why We Selected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Strong alignment with our Data Science specialization -- combines Computer Vision and Machine Learning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Real-world validated benchmark from the Zindi Barbados Traffic Challenge ($11K prize, 1,855 participants)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Opportunity to work with state-of-the-art detection (YOLOv8) and tracking (ByteTrack) algorithms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Directly applicable to Smart City initiatives and urban traffic management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Rich dataset: 4,000+ video clips from 4 camera angles at a real roundabout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rPr dirty="0"/>
              <a:t>Real-World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Urban areas lose 40+ hours/year per commuter to traffic congestion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Traditional sensor-based systems cost $5,000--$20,000 per intersection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Camera-based solutions leverage existing infrastructure at near-zero hardware cost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Automated vehicle counting eliminates human error and enables 24/7 monitoring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Aligned with SDG 9 (Innovation &amp; Infrastructure) and SDG 11 (Sustainable Cities)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Main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Build a robust computer vision pipeline to accurately detect, classify, and count vehicles from roadside</a:t>
            </a:r>
            <a:br/>
            <a:r>
              <a:t>video, and classify traffic congestion levels using the Barbados Traffic Analysis benchmark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029200" cy="329184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0292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rPr dirty="0"/>
              <a:t>Objective 1: Baseline Vehicle 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dirty="0"/>
              <a:t>  Set up the data pipeline and acquire the Barbados roundabout video dataset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dirty="0"/>
              <a:t>  Build a baseline object detection model using YOLOv8 to detect vehicles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dirty="0"/>
              <a:t>  Integrate </a:t>
            </a:r>
            <a:r>
              <a:rPr dirty="0" err="1"/>
              <a:t>ByteTrack</a:t>
            </a:r>
            <a:r>
              <a:rPr dirty="0"/>
              <a:t> for multi-object tracking with persistent Track IDs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dirty="0"/>
              <a:t>  Extract traffic features (vehicle count, flow rate, density) per 5-min segment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dirty="0"/>
              <a:t>  Train </a:t>
            </a:r>
            <a:r>
              <a:rPr dirty="0" err="1"/>
              <a:t>XGBoost</a:t>
            </a:r>
            <a:r>
              <a:rPr dirty="0"/>
              <a:t> classifier for congestion level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rPr dirty="0"/>
              <a:t>  Deliverable: A working prototype that detects, counts, and classifies congestion in clear daytime 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029200" cy="329184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02920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rPr dirty="0"/>
              <a:t>Objective 2: Mixed Vehicles &amp; 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Upgrade the baseline to correctly classify multiple vehicle types (cars, trucks, buses, motorcycles)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Handle oblique camera perspectives using homography-based perspective transforms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Apply Bird's Eye View (BEV) transformation for accurate spatial reasoning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Measure baseline accuracy against the Zindi reference dataset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Compute Macro-F1 (70%) + Accuracy (30%) -- matching Zindi competition metric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Deliverable: A perspective-robust counting system with measured baseline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Current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Manual counting by traffic engineers standing at intersections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Inductive loop detectors embedded in road surface ($5K--$20K per lane)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Radar/Lidar-based sensors (high cost, limited coverage)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Basic CCTV monitoring with human operators watching screens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Simple motion-detection algorithms with high false positive 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Limitations &amp; Drawbacks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Manual counting: Labor-intensive, subjective, cannot scale to 24/7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Loop detectors: Expensive installation, road disruption, high maintenance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No vehicle classification -- only total count, not by vehicle type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No tracking -- same vehicle counted multiple times across frames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Perspective distortion from oblique cameras causes detection errors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No congestion classification -- raw counts without actionable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End-to-end pipeline: Video -&gt; Detection -&gt; Tracking -&gt; Feature Engineering -&gt;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YOLOv8 Nano for real-time vehicle detection (80+ FPS)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ByteTrack for robust multi-object tracking with persistent IDs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XGBoost for congestion level classification from extracted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515600" cy="2560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754880"/>
            <a:ext cx="1508760" cy="109728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Raw Video</a:t>
            </a:r>
            <a:br/>
            <a:r>
              <a:t>(4 cameras)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754880"/>
            <a:ext cx="1508760" cy="1097280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489204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YOLOv8</a:t>
            </a:r>
            <a:br/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754880"/>
            <a:ext cx="1508760" cy="10972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489204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ByteTrack</a:t>
            </a:r>
            <a:br/>
            <a:r>
              <a:t>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754880"/>
            <a:ext cx="1508760" cy="10972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89204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754880"/>
            <a:ext cx="1508760" cy="10972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489204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  <a:br/>
            <a: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4754880"/>
            <a:ext cx="1508760" cy="1097280"/>
          </a:xfrm>
          <a:prstGeom prst="roundRect">
            <a:avLst>
              <a:gd name="adj" fmla="val 6000"/>
            </a:avLst>
          </a:prstGeom>
          <a:solidFill>
            <a:srgbClr val="A75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489204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Congestion</a:t>
            </a:r>
            <a:br/>
            <a:r>
              <a:t>Rating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630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Advantages Over Existing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Zero additional hardware cost -- works with existing CCTV cameras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Classifies 4 vehicle types simultaneously (car, truck, bus, motorcycle)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Persistent tracking eliminates double-counting via unique Track IDs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Automated congestion classification instead of raw 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45720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Author(s)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Paper /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Redmon et al. (2016)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YOLO: Unified, Real-Time Object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65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Pioneered single-pass detection achieving real-time speeds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79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A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Jocher et al. (2023)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Ultralytics YOLOv8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Anchor-free detection, decoupled head -- current state-of-the-art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39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Zhang et al. (2022)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54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ByteTrack: Multi-Object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5467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Associates every detection box; excels in dense occlusion scenarios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599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A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Wojke et al. (2017)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49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DeepSORT: Deep Association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74903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Deep appearance features for re-identification after occlusion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59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Chen &amp; Guestrin (2016)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3433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XGBoost: Scalable Tree Boosting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34339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Fast, interpretable gradient boosting -- used by Zindi winners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46320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A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937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Ren et al. (2015)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937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Faster R-CNN: Region Proposals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93775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Two-stage detector; higher accuracy but slower than YOLO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40680"/>
            <a:ext cx="10515600" cy="594360"/>
          </a:xfrm>
          <a:prstGeom prst="roundRect">
            <a:avLst>
              <a:gd name="adj" fmla="val 1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Zindi Africa (2025)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53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Barbados Traffic Analysis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532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1,855 participants; winning solutions used YOLO + ByteTrack + XGBoost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21792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2D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6309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Research Gap: No integrated open-source pipeline combines real-time YOLO detection + ByteTrack tracking + automated congestion classification for multi-camera roundabout video.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 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Data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Collect 4,000+ video clips from 4 cameras at Norman Niles Roundabout via Google Drive. Load Zindi Train.csv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Video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Frame extraction, resolution normalization, and temporal segmentation into 5-minute windows.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Object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96596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YOLOv8 Nano model detects vehicles (car, truck, bus, motorcycle) filtering COCO classes 2, 3, 5, 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4023359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233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Multi-Object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ByteTrack assigns persistent Track IDs across frames; counts unique vehicles per segment.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931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97679" y="4023359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79" y="40233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5262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Extract per-segment features: vehicle count, flow rate, avg bbox area, class distribution, avg confidence.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931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772400" y="4023359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A75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0" y="40233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55F5"/>
                </a:solidFill>
                <a:latin typeface="Calibri"/>
              </a:defRPr>
            </a:pPr>
            <a:r>
              <a:t>Congestion 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5262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XGBoost classifier maps features to 4 congestion levels: free flowing, light delay, moderate delay, heavy delay.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Module 1: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Mount Google Drive &amp; discover video files</a:t>
            </a:r>
            <a:br/>
            <a:r>
              <a:t>  Parse camera IDs and timestamps from filenames</a:t>
            </a:r>
            <a:br/>
            <a:r>
              <a:t>  Load Zindi CSV labels (Train.csv, SampleSubmission.csv)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20040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Module 2: Vehicle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Load YOLOv8n pre-trained model (COCO weights)</a:t>
            </a:r>
            <a:br/>
            <a:r>
              <a:t>  Filter detections: car=2, motorcycle=3, bus=5, truck=7</a:t>
            </a:r>
            <a:br/>
            <a:r>
              <a:t>  Apply confidence threshold (0.25)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Module 3: Multi-Object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Integrate ByteTrack tracker with YOLOv8</a:t>
            </a:r>
            <a:br/>
            <a:r>
              <a:t>  Assign persistent Track IDs across video frames</a:t>
            </a:r>
            <a:br/>
            <a:r>
              <a:t>  Recover lost tracks using low-confidence detections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2004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Module 4: 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5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Extract per-segment features: unique vehicle count, class counts</a:t>
            </a:r>
            <a:br/>
            <a:r>
              <a:t>  Compute flow rate (vehicles/min), avg bbox area</a:t>
            </a:r>
            <a:br/>
            <a:r>
              <a:t>  Generate structured tabular dataset for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931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06240" y="3931920"/>
            <a:ext cx="320040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Module 5: Congestion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48055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Train XGBoost classifier on extracted features</a:t>
            </a:r>
            <a:br/>
            <a:r>
              <a:t>  Target: 4 congestion levels (free flowing to heavy delay)</a:t>
            </a:r>
            <a:br/>
            <a:r>
              <a:t>  Evaluate: Macro-F1 (70%) + Accuracy (30%)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9319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80960" y="3931920"/>
            <a:ext cx="3200400" cy="54864"/>
          </a:xfrm>
          <a:prstGeom prst="roundRect">
            <a:avLst/>
          </a:prstGeom>
          <a:solidFill>
            <a:srgbClr val="A75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55F5"/>
                </a:solidFill>
                <a:latin typeface="Calibri"/>
              </a:defRPr>
            </a:pPr>
            <a:r>
              <a:t>Module 6: Visualization &amp;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48055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Confusion matrix &amp; feature importance plots</a:t>
            </a:r>
            <a:br/>
            <a:r>
              <a:t>  Annotated video frames with bounding boxes &amp; Track IDs</a:t>
            </a:r>
            <a:br/>
            <a:r>
              <a:t>  Final accuracy and classification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Expected Results &amp;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Expected 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Real-time vehicle detection from multiple camera angles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Accurate multi-class vehicle counting (cars, trucks, buses, motorcycles)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Persistent vehicle tracking with unique IDs across video frames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Automated congestion level classification per 5-minute segment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Feature extraction pipeline producing structured tabular data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Confusion matrix and feature importance visualizations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Baseline accuracy benchmark on the Zindi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Low-cost traffic monitoring using existing CCTV infrastructure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Scalable solution deployable to any intersection with cameras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Data-driven insights for urban traffic planning decisions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Open-source pipeline reusable by researchers and practitioners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Validated against a real-world competition benchmark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KPI Target: &gt;95% counting accuracy in clear conditions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KPI Target: Macro-F1 &gt;= 0.70 on congestion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Timeline / Work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Completed Activities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Surveyed 7+ papers on YOLO, ByteTrack, XGBoost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61487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1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Dataset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626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Obtained 4,000+ videos from Zindi Barbados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419855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7413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Project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2102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Defined 2 objectives for CP-1 (O1 and O2)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78223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5993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3250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Environment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793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Google Colab with T4 GPU, Google Drive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736591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7183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9087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37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Finalized YOLOv8 -&gt; ByteTrack -&gt; XGBoost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394959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37667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492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Prototype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9612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Built complete Colab notebook pipeline (7 cells)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46304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Planned for Next Phase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21031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084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057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Full Video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304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Run detection + tracking on all 4,000+ videos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2761487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27431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Extraction at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9626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Generate features for the entire dataset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419855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40156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37413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XGBoost Training &amp; Tuning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62102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Train and tune congestion classifier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4078223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05993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03250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Perspective Handling (O2)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2793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Implement homography-based perspective correction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4736591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47183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69087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Evaluation &amp; Benchmarking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937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Compute Macro-F1 + Accuracy on test set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394959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537667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53492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Review-2 Preparation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59612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Document results, prepare final CP-1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4572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This project proposes an end-to-end computer vision pipeline for automated traffic volume estimation and congestion classification from roadside CCTV video.</a:t>
            </a:r>
            <a:br/>
            <a:br/>
            <a:r>
              <a:t>In Capstone Phase 1 (CP-1), we focus on building a robust baseline vehicle perception module using YOLOv8 for detection and ByteTrack for multi-object tracking, validated against the Zindi Barbados Traffic Analysis Challenge benchmark dataset of 4,000+ video clips from 4 camera angles.</a:t>
            </a:r>
            <a:br/>
            <a:br/>
            <a:r>
              <a:t>Key achievements so far include:</a:t>
            </a:r>
            <a:br/>
            <a:r>
              <a:t>    - Comprehensive literature review covering 7+ relevant papers</a:t>
            </a:r>
            <a:br/>
            <a:r>
              <a:t>    - Complete pipeline design matching winning Zindi competition approaches</a:t>
            </a:r>
            <a:br/>
            <a:r>
              <a:t>    - Working prototype with 7-cell Google Colab notebook</a:t>
            </a:r>
            <a:br/>
            <a:r>
              <a:t>    - Dataset acquisition and environment setup complete</a:t>
            </a:r>
            <a:br/>
            <a:br/>
            <a:r>
              <a:t>The next phase will focus on full-scale video processing, XGBoost congestion classification training, and perspective handling (Objective 2), establishing the baseline accuracy benchmarks for the Zindi evaluation 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4572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[1]  Redmon, J., et al. (2016). "You Only Look Once: Unified, Real-Time Object Detection." CVPR.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2996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[2]  Jocher, G., et al. (2023). "Ultralytics YOLOv8." https://github.com/ultralytics/ultralytics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[3]  Zhang, Y., et al. (2022). "ByteTrack: Multi-Object Tracking by Associating Every Detection Box." ECCV.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809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[4]  Wojke, N., et al. (2017). "Simple Online and Realtime Tracking with a Deep Association Metric." ICIP.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56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[5]  Chen, T. &amp; Guestrin, C. (2016). "XGBoost: A Scalable Tree Boosting System." KDD.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[6]  Ren, S., et al. (2015). "Faster R-CNN: Towards Real-Time Object Detection with Region Proposal Networks." NeurIPS.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[7]  Liu, W., et al. (2016). "SSD: Single Shot MultiBox Detector." ECCV.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828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[8]  Zindi Africa. (2025). "Barbados Traffic Analysis Challenge." https://zindi.africa/competitions/barbados-traffic-analysis-challenge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41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Dataset: Barbados Traffic Analysis (Zindi)    |    Tools: Python, PyTorch, OpenCV, XGBoost, Google Colab (T4 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30175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DSCI-41  |  Traffic Volume Estimation &amp; Congestion Classification  |  CP-1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2182</Words>
  <Application>Microsoft Office PowerPoint</Application>
  <PresentationFormat>Widescreen</PresentationFormat>
  <Paragraphs>257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NOSSAM REVANTH KUMAR REDDY</cp:lastModifiedBy>
  <cp:revision>4</cp:revision>
  <dcterms:created xsi:type="dcterms:W3CDTF">2013-01-27T09:14:16Z</dcterms:created>
  <dcterms:modified xsi:type="dcterms:W3CDTF">2026-08-26T06:05:56Z</dcterms:modified>
  <cp:category/>
</cp:coreProperties>
</file>